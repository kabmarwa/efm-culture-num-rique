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7559675" cy="100441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B9A50"/>
    <a:srgbClr val="D29637"/>
    <a:srgbClr val="7271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29" autoAdjust="0"/>
    <p:restoredTop sz="94660"/>
  </p:normalViewPr>
  <p:slideViewPr>
    <p:cSldViewPr snapToGrid="0">
      <p:cViewPr varScale="1">
        <p:scale>
          <a:sx n="58" d="100"/>
          <a:sy n="58" d="100"/>
        </p:scale>
        <p:origin x="201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6976" y="1643794"/>
            <a:ext cx="6425724" cy="3496839"/>
          </a:xfrm>
        </p:spPr>
        <p:txBody>
          <a:bodyPr anchor="b"/>
          <a:lstStyle>
            <a:lvl1pPr algn="ctr">
              <a:defRPr sz="496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44960" y="5275485"/>
            <a:ext cx="5669756" cy="2425002"/>
          </a:xfrm>
        </p:spPr>
        <p:txBody>
          <a:bodyPr/>
          <a:lstStyle>
            <a:lvl1pPr marL="0" indent="0" algn="ctr">
              <a:buNone/>
              <a:defRPr sz="1984"/>
            </a:lvl1pPr>
            <a:lvl2pPr marL="377967" indent="0" algn="ctr">
              <a:buNone/>
              <a:defRPr sz="1653"/>
            </a:lvl2pPr>
            <a:lvl3pPr marL="755934" indent="0" algn="ctr">
              <a:buNone/>
              <a:defRPr sz="1488"/>
            </a:lvl3pPr>
            <a:lvl4pPr marL="1133902" indent="0" algn="ctr">
              <a:buNone/>
              <a:defRPr sz="1323"/>
            </a:lvl4pPr>
            <a:lvl5pPr marL="1511869" indent="0" algn="ctr">
              <a:buNone/>
              <a:defRPr sz="1323"/>
            </a:lvl5pPr>
            <a:lvl6pPr marL="1889836" indent="0" algn="ctr">
              <a:buNone/>
              <a:defRPr sz="1323"/>
            </a:lvl6pPr>
            <a:lvl7pPr marL="2267803" indent="0" algn="ctr">
              <a:buNone/>
              <a:defRPr sz="1323"/>
            </a:lvl7pPr>
            <a:lvl8pPr marL="2645771" indent="0" algn="ctr">
              <a:buNone/>
              <a:defRPr sz="1323"/>
            </a:lvl8pPr>
            <a:lvl9pPr marL="3023738" indent="0" algn="ctr">
              <a:buNone/>
              <a:defRPr sz="1323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DE75A2-D65B-422D-B161-144CD77A2C58}" type="datetimeFigureOut">
              <a:rPr lang="fr-FR" smtClean="0"/>
              <a:t>02/01/2026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0DC9E-3153-4158-A1AC-290D89846AA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47865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DE75A2-D65B-422D-B161-144CD77A2C58}" type="datetimeFigureOut">
              <a:rPr lang="fr-FR" smtClean="0"/>
              <a:t>02/01/2026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0DC9E-3153-4158-A1AC-290D89846AA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874984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791" y="2504056"/>
            <a:ext cx="6520220" cy="4178071"/>
          </a:xfrm>
        </p:spPr>
        <p:txBody>
          <a:bodyPr anchor="b"/>
          <a:lstStyle>
            <a:lvl1pPr>
              <a:defRPr sz="496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5791" y="6721654"/>
            <a:ext cx="6520220" cy="2197149"/>
          </a:xfrm>
        </p:spPr>
        <p:txBody>
          <a:bodyPr/>
          <a:lstStyle>
            <a:lvl1pPr marL="0" indent="0">
              <a:buNone/>
              <a:defRPr sz="1984">
                <a:solidFill>
                  <a:schemeClr val="tx1"/>
                </a:solidFill>
              </a:defRPr>
            </a:lvl1pPr>
            <a:lvl2pPr marL="377967" indent="0">
              <a:buNone/>
              <a:defRPr sz="1653">
                <a:solidFill>
                  <a:schemeClr val="tx1">
                    <a:tint val="75000"/>
                  </a:schemeClr>
                </a:solidFill>
              </a:defRPr>
            </a:lvl2pPr>
            <a:lvl3pPr marL="755934" indent="0">
              <a:buNone/>
              <a:defRPr sz="1488">
                <a:solidFill>
                  <a:schemeClr val="tx1">
                    <a:tint val="75000"/>
                  </a:schemeClr>
                </a:solidFill>
              </a:defRPr>
            </a:lvl3pPr>
            <a:lvl4pPr marL="1133902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4pPr>
            <a:lvl5pPr marL="1511869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5pPr>
            <a:lvl6pPr marL="1889836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6pPr>
            <a:lvl7pPr marL="2267803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7pPr>
            <a:lvl8pPr marL="2645771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8pPr>
            <a:lvl9pPr marL="3023738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DE75A2-D65B-422D-B161-144CD77A2C58}" type="datetimeFigureOut">
              <a:rPr lang="fr-FR" smtClean="0"/>
              <a:t>02/01/2026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0DC9E-3153-4158-A1AC-290D89846AA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604340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9728" y="2673780"/>
            <a:ext cx="3212862" cy="637289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27085" y="2673780"/>
            <a:ext cx="3212862" cy="637289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DE75A2-D65B-422D-B161-144CD77A2C58}" type="datetimeFigureOut">
              <a:rPr lang="fr-FR" smtClean="0"/>
              <a:t>02/01/2026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0DC9E-3153-4158-A1AC-290D89846AA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78056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534758"/>
            <a:ext cx="6520220" cy="1941398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0713" y="2462203"/>
            <a:ext cx="3198096" cy="1206688"/>
          </a:xfrm>
        </p:spPr>
        <p:txBody>
          <a:bodyPr anchor="b"/>
          <a:lstStyle>
            <a:lvl1pPr marL="0" indent="0">
              <a:buNone/>
              <a:defRPr sz="1984" b="1"/>
            </a:lvl1pPr>
            <a:lvl2pPr marL="377967" indent="0">
              <a:buNone/>
              <a:defRPr sz="1653" b="1"/>
            </a:lvl2pPr>
            <a:lvl3pPr marL="755934" indent="0">
              <a:buNone/>
              <a:defRPr sz="1488" b="1"/>
            </a:lvl3pPr>
            <a:lvl4pPr marL="1133902" indent="0">
              <a:buNone/>
              <a:defRPr sz="1323" b="1"/>
            </a:lvl4pPr>
            <a:lvl5pPr marL="1511869" indent="0">
              <a:buNone/>
              <a:defRPr sz="1323" b="1"/>
            </a:lvl5pPr>
            <a:lvl6pPr marL="1889836" indent="0">
              <a:buNone/>
              <a:defRPr sz="1323" b="1"/>
            </a:lvl6pPr>
            <a:lvl7pPr marL="2267803" indent="0">
              <a:buNone/>
              <a:defRPr sz="1323" b="1"/>
            </a:lvl7pPr>
            <a:lvl8pPr marL="2645771" indent="0">
              <a:buNone/>
              <a:defRPr sz="1323" b="1"/>
            </a:lvl8pPr>
            <a:lvl9pPr marL="3023738" indent="0">
              <a:buNone/>
              <a:defRPr sz="1323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0713" y="3668891"/>
            <a:ext cx="3198096" cy="539638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27086" y="2462203"/>
            <a:ext cx="3213847" cy="1206688"/>
          </a:xfrm>
        </p:spPr>
        <p:txBody>
          <a:bodyPr anchor="b"/>
          <a:lstStyle>
            <a:lvl1pPr marL="0" indent="0">
              <a:buNone/>
              <a:defRPr sz="1984" b="1"/>
            </a:lvl1pPr>
            <a:lvl2pPr marL="377967" indent="0">
              <a:buNone/>
              <a:defRPr sz="1653" b="1"/>
            </a:lvl2pPr>
            <a:lvl3pPr marL="755934" indent="0">
              <a:buNone/>
              <a:defRPr sz="1488" b="1"/>
            </a:lvl3pPr>
            <a:lvl4pPr marL="1133902" indent="0">
              <a:buNone/>
              <a:defRPr sz="1323" b="1"/>
            </a:lvl4pPr>
            <a:lvl5pPr marL="1511869" indent="0">
              <a:buNone/>
              <a:defRPr sz="1323" b="1"/>
            </a:lvl5pPr>
            <a:lvl6pPr marL="1889836" indent="0">
              <a:buNone/>
              <a:defRPr sz="1323" b="1"/>
            </a:lvl6pPr>
            <a:lvl7pPr marL="2267803" indent="0">
              <a:buNone/>
              <a:defRPr sz="1323" b="1"/>
            </a:lvl7pPr>
            <a:lvl8pPr marL="2645771" indent="0">
              <a:buNone/>
              <a:defRPr sz="1323" b="1"/>
            </a:lvl8pPr>
            <a:lvl9pPr marL="3023738" indent="0">
              <a:buNone/>
              <a:defRPr sz="1323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27086" y="3668891"/>
            <a:ext cx="3213847" cy="539638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DE75A2-D65B-422D-B161-144CD77A2C58}" type="datetimeFigureOut">
              <a:rPr lang="fr-FR" smtClean="0"/>
              <a:t>02/01/2026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0DC9E-3153-4158-A1AC-290D89846AA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866540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DE75A2-D65B-422D-B161-144CD77A2C58}" type="datetimeFigureOut">
              <a:rPr lang="fr-FR" smtClean="0"/>
              <a:t>02/01/2026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0DC9E-3153-4158-A1AC-290D89846AA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751769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DE75A2-D65B-422D-B161-144CD77A2C58}" type="datetimeFigureOut">
              <a:rPr lang="fr-FR" smtClean="0"/>
              <a:t>02/01/2026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0DC9E-3153-4158-A1AC-290D89846AA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654223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669608"/>
            <a:ext cx="2438192" cy="2343626"/>
          </a:xfrm>
        </p:spPr>
        <p:txBody>
          <a:bodyPr anchor="b"/>
          <a:lstStyle>
            <a:lvl1pPr>
              <a:defRPr sz="2645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13847" y="1446169"/>
            <a:ext cx="3827085" cy="7137830"/>
          </a:xfrm>
        </p:spPr>
        <p:txBody>
          <a:bodyPr/>
          <a:lstStyle>
            <a:lvl1pPr>
              <a:defRPr sz="2645"/>
            </a:lvl1pPr>
            <a:lvl2pPr>
              <a:defRPr sz="2315"/>
            </a:lvl2pPr>
            <a:lvl3pPr>
              <a:defRPr sz="1984"/>
            </a:lvl3pPr>
            <a:lvl4pPr>
              <a:defRPr sz="1653"/>
            </a:lvl4pPr>
            <a:lvl5pPr>
              <a:defRPr sz="1653"/>
            </a:lvl5pPr>
            <a:lvl6pPr>
              <a:defRPr sz="1653"/>
            </a:lvl6pPr>
            <a:lvl7pPr>
              <a:defRPr sz="1653"/>
            </a:lvl7pPr>
            <a:lvl8pPr>
              <a:defRPr sz="1653"/>
            </a:lvl8pPr>
            <a:lvl9pPr>
              <a:defRPr sz="1653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712" y="3013234"/>
            <a:ext cx="2438192" cy="5582389"/>
          </a:xfrm>
        </p:spPr>
        <p:txBody>
          <a:bodyPr/>
          <a:lstStyle>
            <a:lvl1pPr marL="0" indent="0">
              <a:buNone/>
              <a:defRPr sz="1323"/>
            </a:lvl1pPr>
            <a:lvl2pPr marL="377967" indent="0">
              <a:buNone/>
              <a:defRPr sz="1157"/>
            </a:lvl2pPr>
            <a:lvl3pPr marL="755934" indent="0">
              <a:buNone/>
              <a:defRPr sz="992"/>
            </a:lvl3pPr>
            <a:lvl4pPr marL="1133902" indent="0">
              <a:buNone/>
              <a:defRPr sz="827"/>
            </a:lvl4pPr>
            <a:lvl5pPr marL="1511869" indent="0">
              <a:buNone/>
              <a:defRPr sz="827"/>
            </a:lvl5pPr>
            <a:lvl6pPr marL="1889836" indent="0">
              <a:buNone/>
              <a:defRPr sz="827"/>
            </a:lvl6pPr>
            <a:lvl7pPr marL="2267803" indent="0">
              <a:buNone/>
              <a:defRPr sz="827"/>
            </a:lvl7pPr>
            <a:lvl8pPr marL="2645771" indent="0">
              <a:buNone/>
              <a:defRPr sz="827"/>
            </a:lvl8pPr>
            <a:lvl9pPr marL="3023738" indent="0">
              <a:buNone/>
              <a:defRPr sz="827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DE75A2-D65B-422D-B161-144CD77A2C58}" type="datetimeFigureOut">
              <a:rPr lang="fr-FR" smtClean="0"/>
              <a:t>02/01/2026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0DC9E-3153-4158-A1AC-290D89846AA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489841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669608"/>
            <a:ext cx="2438192" cy="2343626"/>
          </a:xfrm>
        </p:spPr>
        <p:txBody>
          <a:bodyPr anchor="b"/>
          <a:lstStyle>
            <a:lvl1pPr>
              <a:defRPr sz="2645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213847" y="1446169"/>
            <a:ext cx="3827085" cy="7137830"/>
          </a:xfrm>
        </p:spPr>
        <p:txBody>
          <a:bodyPr anchor="t"/>
          <a:lstStyle>
            <a:lvl1pPr marL="0" indent="0">
              <a:buNone/>
              <a:defRPr sz="2645"/>
            </a:lvl1pPr>
            <a:lvl2pPr marL="377967" indent="0">
              <a:buNone/>
              <a:defRPr sz="2315"/>
            </a:lvl2pPr>
            <a:lvl3pPr marL="755934" indent="0">
              <a:buNone/>
              <a:defRPr sz="1984"/>
            </a:lvl3pPr>
            <a:lvl4pPr marL="1133902" indent="0">
              <a:buNone/>
              <a:defRPr sz="1653"/>
            </a:lvl4pPr>
            <a:lvl5pPr marL="1511869" indent="0">
              <a:buNone/>
              <a:defRPr sz="1653"/>
            </a:lvl5pPr>
            <a:lvl6pPr marL="1889836" indent="0">
              <a:buNone/>
              <a:defRPr sz="1653"/>
            </a:lvl6pPr>
            <a:lvl7pPr marL="2267803" indent="0">
              <a:buNone/>
              <a:defRPr sz="1653"/>
            </a:lvl7pPr>
            <a:lvl8pPr marL="2645771" indent="0">
              <a:buNone/>
              <a:defRPr sz="1653"/>
            </a:lvl8pPr>
            <a:lvl9pPr marL="3023738" indent="0">
              <a:buNone/>
              <a:defRPr sz="1653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712" y="3013234"/>
            <a:ext cx="2438192" cy="5582389"/>
          </a:xfrm>
        </p:spPr>
        <p:txBody>
          <a:bodyPr/>
          <a:lstStyle>
            <a:lvl1pPr marL="0" indent="0">
              <a:buNone/>
              <a:defRPr sz="1323"/>
            </a:lvl1pPr>
            <a:lvl2pPr marL="377967" indent="0">
              <a:buNone/>
              <a:defRPr sz="1157"/>
            </a:lvl2pPr>
            <a:lvl3pPr marL="755934" indent="0">
              <a:buNone/>
              <a:defRPr sz="992"/>
            </a:lvl3pPr>
            <a:lvl4pPr marL="1133902" indent="0">
              <a:buNone/>
              <a:defRPr sz="827"/>
            </a:lvl4pPr>
            <a:lvl5pPr marL="1511869" indent="0">
              <a:buNone/>
              <a:defRPr sz="827"/>
            </a:lvl5pPr>
            <a:lvl6pPr marL="1889836" indent="0">
              <a:buNone/>
              <a:defRPr sz="827"/>
            </a:lvl6pPr>
            <a:lvl7pPr marL="2267803" indent="0">
              <a:buNone/>
              <a:defRPr sz="827"/>
            </a:lvl7pPr>
            <a:lvl8pPr marL="2645771" indent="0">
              <a:buNone/>
              <a:defRPr sz="827"/>
            </a:lvl8pPr>
            <a:lvl9pPr marL="3023738" indent="0">
              <a:buNone/>
              <a:defRPr sz="827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DE75A2-D65B-422D-B161-144CD77A2C58}" type="datetimeFigureOut">
              <a:rPr lang="fr-FR" smtClean="0"/>
              <a:t>02/01/2026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0DC9E-3153-4158-A1AC-290D89846AA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950317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DE75A2-D65B-422D-B161-144CD77A2C58}" type="datetimeFigureOut">
              <a:rPr lang="fr-FR" smtClean="0"/>
              <a:t>02/01/2026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0DC9E-3153-4158-A1AC-290D89846AA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200597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409893" y="534756"/>
            <a:ext cx="1630055" cy="8511921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9728" y="534756"/>
            <a:ext cx="4795669" cy="8511921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DE75A2-D65B-422D-B161-144CD77A2C58}" type="datetimeFigureOut">
              <a:rPr lang="fr-FR" smtClean="0"/>
              <a:t>02/01/2026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0DC9E-3153-4158-A1AC-290D89846AA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444816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9728" y="534758"/>
            <a:ext cx="6520220" cy="19413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9728" y="2673780"/>
            <a:ext cx="6520220" cy="63728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9728" y="9309407"/>
            <a:ext cx="1700927" cy="534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9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DE75A2-D65B-422D-B161-144CD77A2C58}" type="datetimeFigureOut">
              <a:rPr lang="fr-FR" smtClean="0"/>
              <a:t>02/01/2026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04143" y="9309407"/>
            <a:ext cx="2551390" cy="534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9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39020" y="9309407"/>
            <a:ext cx="1700927" cy="534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9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A0DC9E-3153-4158-A1AC-290D89846AA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949708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755934" rtl="0" eaLnBrk="1" latinLnBrk="0" hangingPunct="1">
        <a:lnSpc>
          <a:spcPct val="90000"/>
        </a:lnSpc>
        <a:spcBef>
          <a:spcPct val="0"/>
        </a:spcBef>
        <a:buNone/>
        <a:defRPr sz="363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8984" indent="-188984" algn="l" defTabSz="755934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315" kern="1200">
          <a:solidFill>
            <a:schemeClr val="tx1"/>
          </a:solidFill>
          <a:latin typeface="+mn-lt"/>
          <a:ea typeface="+mn-ea"/>
          <a:cs typeface="+mn-cs"/>
        </a:defRPr>
      </a:lvl1pPr>
      <a:lvl2pPr marL="566951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944918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653" kern="1200">
          <a:solidFill>
            <a:schemeClr val="tx1"/>
          </a:solidFill>
          <a:latin typeface="+mn-lt"/>
          <a:ea typeface="+mn-ea"/>
          <a:cs typeface="+mn-cs"/>
        </a:defRPr>
      </a:lvl3pPr>
      <a:lvl4pPr marL="1322885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700853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2078820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456787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834754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212722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1pPr>
      <a:lvl2pPr marL="377967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2pPr>
      <a:lvl3pPr marL="755934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3pPr>
      <a:lvl4pPr marL="1133902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511869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1889836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267803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645771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023738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18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17" Type="http://schemas.openxmlformats.org/officeDocument/2006/relationships/image" Target="../media/image16.sv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10" Type="http://schemas.openxmlformats.org/officeDocument/2006/relationships/image" Target="../media/image9.png"/><Relationship Id="rId19" Type="http://schemas.openxmlformats.org/officeDocument/2006/relationships/image" Target="../media/image18.sv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lumMod val="50000"/>
            <a:lumOff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 10">
            <a:extLst>
              <a:ext uri="{FF2B5EF4-FFF2-40B4-BE49-F238E27FC236}">
                <a16:creationId xmlns:a16="http://schemas.microsoft.com/office/drawing/2014/main" id="{08DCF5EF-1A4B-4495-A043-B35AC75A10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5716" y="-804889"/>
            <a:ext cx="3637309" cy="3677458"/>
          </a:xfrm>
          <a:prstGeom prst="rect">
            <a:avLst/>
          </a:prstGeom>
        </p:spPr>
      </p:pic>
      <p:pic>
        <p:nvPicPr>
          <p:cNvPr id="20" name="Image 19">
            <a:extLst>
              <a:ext uri="{FF2B5EF4-FFF2-40B4-BE49-F238E27FC236}">
                <a16:creationId xmlns:a16="http://schemas.microsoft.com/office/drawing/2014/main" id="{494B7872-09D9-4A28-ADFA-7A8E253678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188121"/>
            <a:ext cx="7559675" cy="366787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95D21C89-FDA4-4E4B-9253-F7FF9EB747B5}"/>
              </a:ext>
            </a:extLst>
          </p:cNvPr>
          <p:cNvSpPr/>
          <p:nvPr/>
        </p:nvSpPr>
        <p:spPr>
          <a:xfrm>
            <a:off x="0" y="2077981"/>
            <a:ext cx="7559675" cy="1447800"/>
          </a:xfrm>
          <a:prstGeom prst="rect">
            <a:avLst/>
          </a:prstGeom>
          <a:gradFill flip="none" rotWithShape="1">
            <a:gsLst>
              <a:gs pos="0">
                <a:srgbClr val="CB9A50">
                  <a:shade val="30000"/>
                  <a:satMod val="115000"/>
                </a:srgbClr>
              </a:gs>
              <a:gs pos="50000">
                <a:srgbClr val="CB9A50">
                  <a:shade val="67500"/>
                  <a:satMod val="115000"/>
                </a:srgbClr>
              </a:gs>
              <a:gs pos="100000">
                <a:srgbClr val="CB9A50">
                  <a:shade val="100000"/>
                  <a:satMod val="115000"/>
                </a:srgbClr>
              </a:gs>
            </a:gsLst>
            <a:lin ang="2700000" scaled="1"/>
            <a:tileRect/>
          </a:gra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200" b="1" dirty="0">
                <a:solidFill>
                  <a:schemeClr val="tx1"/>
                </a:solidFill>
                <a:latin typeface="Arial Black" panose="020B0A04020102020204" pitchFamily="34" charset="0"/>
              </a:rPr>
              <a:t>ASSURANCE AUTOMOBILE AU MAROC </a:t>
            </a:r>
          </a:p>
        </p:txBody>
      </p:sp>
      <p:sp>
        <p:nvSpPr>
          <p:cNvPr id="3" name="Rectangle : coins arrondis 2">
            <a:extLst>
              <a:ext uri="{FF2B5EF4-FFF2-40B4-BE49-F238E27FC236}">
                <a16:creationId xmlns:a16="http://schemas.microsoft.com/office/drawing/2014/main" id="{64DE44DB-042F-4677-9F09-CB9501E8086B}"/>
              </a:ext>
            </a:extLst>
          </p:cNvPr>
          <p:cNvSpPr/>
          <p:nvPr/>
        </p:nvSpPr>
        <p:spPr>
          <a:xfrm>
            <a:off x="-1" y="3912021"/>
            <a:ext cx="2543693" cy="1843418"/>
          </a:xfrm>
          <a:prstGeom prst="roundRect">
            <a:avLst/>
          </a:prstGeom>
          <a:gradFill flip="none" rotWithShape="1">
            <a:gsLst>
              <a:gs pos="0">
                <a:srgbClr val="CB9A50">
                  <a:shade val="30000"/>
                  <a:satMod val="115000"/>
                </a:srgbClr>
              </a:gs>
              <a:gs pos="50000">
                <a:srgbClr val="CB9A50">
                  <a:shade val="67500"/>
                  <a:satMod val="115000"/>
                </a:srgbClr>
              </a:gs>
              <a:gs pos="100000">
                <a:srgbClr val="CB9A50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bg2">
                    <a:lumMod val="90000"/>
                  </a:schemeClr>
                </a:solidFill>
              </a:rPr>
              <a:t>Assurance Tiers</a:t>
            </a:r>
          </a:p>
          <a:p>
            <a:pPr algn="ctr"/>
            <a:r>
              <a:rPr lang="fr-FR" b="1" dirty="0">
                <a:solidFill>
                  <a:schemeClr val="bg2">
                    <a:lumMod val="90000"/>
                  </a:schemeClr>
                </a:solidFill>
              </a:rPr>
              <a:t>Assurance Tiers+ </a:t>
            </a:r>
          </a:p>
          <a:p>
            <a:pPr algn="ctr"/>
            <a:r>
              <a:rPr lang="fr-FR" b="1" dirty="0">
                <a:solidFill>
                  <a:schemeClr val="bg2">
                    <a:lumMod val="90000"/>
                  </a:schemeClr>
                </a:solidFill>
              </a:rPr>
              <a:t>Assurance Tous Risques </a:t>
            </a:r>
          </a:p>
          <a:p>
            <a:pPr algn="ctr"/>
            <a:endParaRPr lang="fr-FR" dirty="0"/>
          </a:p>
          <a:p>
            <a:pPr algn="ctr"/>
            <a:r>
              <a:rPr lang="fr-FR" dirty="0"/>
              <a:t> </a:t>
            </a:r>
          </a:p>
        </p:txBody>
      </p:sp>
      <p:pic>
        <p:nvPicPr>
          <p:cNvPr id="5" name="Graphique 4" descr="Coche avec un remplissage uni">
            <a:extLst>
              <a:ext uri="{FF2B5EF4-FFF2-40B4-BE49-F238E27FC236}">
                <a16:creationId xmlns:a16="http://schemas.microsoft.com/office/drawing/2014/main" id="{F7D2C8F1-2B4C-487E-86B1-23B7884FCAC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4030" y="3971767"/>
            <a:ext cx="457200" cy="457200"/>
          </a:xfrm>
          <a:prstGeom prst="rect">
            <a:avLst/>
          </a:prstGeom>
        </p:spPr>
      </p:pic>
      <p:pic>
        <p:nvPicPr>
          <p:cNvPr id="9" name="Graphique 8" descr="Coche avec un remplissage uni">
            <a:extLst>
              <a:ext uri="{FF2B5EF4-FFF2-40B4-BE49-F238E27FC236}">
                <a16:creationId xmlns:a16="http://schemas.microsoft.com/office/drawing/2014/main" id="{554C80CA-C561-457D-A2CA-CADF476EC82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4030" y="4260113"/>
            <a:ext cx="457200" cy="457200"/>
          </a:xfrm>
          <a:prstGeom prst="rect">
            <a:avLst/>
          </a:prstGeom>
        </p:spPr>
      </p:pic>
      <p:pic>
        <p:nvPicPr>
          <p:cNvPr id="10" name="Graphique 9" descr="Coche avec un remplissage uni">
            <a:extLst>
              <a:ext uri="{FF2B5EF4-FFF2-40B4-BE49-F238E27FC236}">
                <a16:creationId xmlns:a16="http://schemas.microsoft.com/office/drawing/2014/main" id="{49F4D72E-9DF7-41B4-8012-4C4B8305132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4030" y="4566883"/>
            <a:ext cx="457200" cy="45720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46632A90-BD50-43E8-9487-FE7A062AB9B6}"/>
              </a:ext>
            </a:extLst>
          </p:cNvPr>
          <p:cNvSpPr/>
          <p:nvPr/>
        </p:nvSpPr>
        <p:spPr>
          <a:xfrm>
            <a:off x="-1" y="6855991"/>
            <a:ext cx="7559676" cy="3188122"/>
          </a:xfrm>
          <a:prstGeom prst="rect">
            <a:avLst/>
          </a:prstGeom>
          <a:gradFill flip="none" rotWithShape="1">
            <a:gsLst>
              <a:gs pos="0">
                <a:srgbClr val="CB9A50">
                  <a:shade val="30000"/>
                  <a:satMod val="115000"/>
                </a:srgbClr>
              </a:gs>
              <a:gs pos="50000">
                <a:srgbClr val="CB9A50">
                  <a:shade val="67500"/>
                  <a:satMod val="115000"/>
                </a:srgbClr>
              </a:gs>
              <a:gs pos="100000">
                <a:srgbClr val="CB9A50">
                  <a:shade val="100000"/>
                  <a:satMod val="115000"/>
                </a:srgbClr>
              </a:gs>
            </a:gsLst>
            <a:lin ang="2700000" scaled="1"/>
            <a:tileRect/>
          </a:gra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017022FC-70E8-41D9-8276-6A7DE6AD2174}"/>
              </a:ext>
            </a:extLst>
          </p:cNvPr>
          <p:cNvSpPr/>
          <p:nvPr/>
        </p:nvSpPr>
        <p:spPr>
          <a:xfrm>
            <a:off x="282630" y="6330009"/>
            <a:ext cx="3064943" cy="753723"/>
          </a:xfrm>
          <a:prstGeom prst="roundRect">
            <a:avLst/>
          </a:prstGeom>
          <a:gradFill flip="none" rotWithShape="1">
            <a:gsLst>
              <a:gs pos="0">
                <a:srgbClr val="CB9A50">
                  <a:shade val="30000"/>
                  <a:satMod val="115000"/>
                </a:srgbClr>
              </a:gs>
              <a:gs pos="50000">
                <a:srgbClr val="CB9A50">
                  <a:shade val="67500"/>
                  <a:satMod val="115000"/>
                </a:srgbClr>
              </a:gs>
              <a:gs pos="100000">
                <a:srgbClr val="CB9A50">
                  <a:shade val="100000"/>
                  <a:satMod val="115000"/>
                </a:srgbClr>
              </a:gs>
            </a:gsLst>
            <a:lin ang="2700000" scaled="1"/>
            <a:tileRect/>
          </a:gra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/>
              <a:t>NOS AVANTAGES</a:t>
            </a:r>
          </a:p>
        </p:txBody>
      </p:sp>
      <p:sp>
        <p:nvSpPr>
          <p:cNvPr id="17" name="Freeform 26">
            <a:extLst>
              <a:ext uri="{FF2B5EF4-FFF2-40B4-BE49-F238E27FC236}">
                <a16:creationId xmlns:a16="http://schemas.microsoft.com/office/drawing/2014/main" id="{B1721257-E6F0-421E-90E8-4782888029F2}"/>
              </a:ext>
            </a:extLst>
          </p:cNvPr>
          <p:cNvSpPr/>
          <p:nvPr/>
        </p:nvSpPr>
        <p:spPr>
          <a:xfrm>
            <a:off x="182872" y="7183348"/>
            <a:ext cx="328358" cy="353878"/>
          </a:xfrm>
          <a:custGeom>
            <a:avLst/>
            <a:gdLst/>
            <a:ahLst/>
            <a:cxnLst/>
            <a:rect l="l" t="t" r="r" b="b"/>
            <a:pathLst>
              <a:path w="443832" h="433846">
                <a:moveTo>
                  <a:pt x="0" y="0"/>
                </a:moveTo>
                <a:lnTo>
                  <a:pt x="443833" y="0"/>
                </a:lnTo>
                <a:lnTo>
                  <a:pt x="443833" y="433846"/>
                </a:lnTo>
                <a:lnTo>
                  <a:pt x="0" y="43384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28">
            <a:extLst>
              <a:ext uri="{FF2B5EF4-FFF2-40B4-BE49-F238E27FC236}">
                <a16:creationId xmlns:a16="http://schemas.microsoft.com/office/drawing/2014/main" id="{2C8CCB6C-B589-4D71-942D-C4FB9A797E01}"/>
              </a:ext>
            </a:extLst>
          </p:cNvPr>
          <p:cNvSpPr/>
          <p:nvPr/>
        </p:nvSpPr>
        <p:spPr>
          <a:xfrm>
            <a:off x="139669" y="7852892"/>
            <a:ext cx="414763" cy="353878"/>
          </a:xfrm>
          <a:custGeom>
            <a:avLst/>
            <a:gdLst/>
            <a:ahLst/>
            <a:cxnLst/>
            <a:rect l="l" t="t" r="r" b="b"/>
            <a:pathLst>
              <a:path w="501167" h="465459">
                <a:moveTo>
                  <a:pt x="0" y="0"/>
                </a:moveTo>
                <a:lnTo>
                  <a:pt x="501167" y="0"/>
                </a:lnTo>
                <a:lnTo>
                  <a:pt x="501167" y="465459"/>
                </a:lnTo>
                <a:lnTo>
                  <a:pt x="0" y="46545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9" name="Freeform 27">
            <a:extLst>
              <a:ext uri="{FF2B5EF4-FFF2-40B4-BE49-F238E27FC236}">
                <a16:creationId xmlns:a16="http://schemas.microsoft.com/office/drawing/2014/main" id="{BD810EF5-82E8-4820-A96F-35D0838B8212}"/>
              </a:ext>
            </a:extLst>
          </p:cNvPr>
          <p:cNvSpPr/>
          <p:nvPr/>
        </p:nvSpPr>
        <p:spPr>
          <a:xfrm>
            <a:off x="3804840" y="6997219"/>
            <a:ext cx="555987" cy="550427"/>
          </a:xfrm>
          <a:custGeom>
            <a:avLst/>
            <a:gdLst/>
            <a:ahLst/>
            <a:cxnLst/>
            <a:rect l="l" t="t" r="r" b="b"/>
            <a:pathLst>
              <a:path w="555987" h="550427">
                <a:moveTo>
                  <a:pt x="0" y="0"/>
                </a:moveTo>
                <a:lnTo>
                  <a:pt x="555987" y="0"/>
                </a:lnTo>
                <a:lnTo>
                  <a:pt x="555987" y="550427"/>
                </a:lnTo>
                <a:lnTo>
                  <a:pt x="0" y="55042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21" name="Freeform 29">
            <a:extLst>
              <a:ext uri="{FF2B5EF4-FFF2-40B4-BE49-F238E27FC236}">
                <a16:creationId xmlns:a16="http://schemas.microsoft.com/office/drawing/2014/main" id="{C90BCF20-DC6F-441B-8F06-7EE466B8B48D}"/>
              </a:ext>
            </a:extLst>
          </p:cNvPr>
          <p:cNvSpPr/>
          <p:nvPr/>
        </p:nvSpPr>
        <p:spPr>
          <a:xfrm>
            <a:off x="3804840" y="7813302"/>
            <a:ext cx="376885" cy="376885"/>
          </a:xfrm>
          <a:custGeom>
            <a:avLst/>
            <a:gdLst/>
            <a:ahLst/>
            <a:cxnLst/>
            <a:rect l="l" t="t" r="r" b="b"/>
            <a:pathLst>
              <a:path w="376885" h="376885">
                <a:moveTo>
                  <a:pt x="0" y="0"/>
                </a:moveTo>
                <a:lnTo>
                  <a:pt x="376886" y="0"/>
                </a:lnTo>
                <a:lnTo>
                  <a:pt x="376886" y="376885"/>
                </a:lnTo>
                <a:lnTo>
                  <a:pt x="0" y="37688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FD29E703-186C-494D-8888-EA6B68C02166}"/>
              </a:ext>
            </a:extLst>
          </p:cNvPr>
          <p:cNvSpPr txBox="1"/>
          <p:nvPr/>
        </p:nvSpPr>
        <p:spPr>
          <a:xfrm>
            <a:off x="511230" y="7214060"/>
            <a:ext cx="27931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 err="1">
                <a:solidFill>
                  <a:srgbClr val="080808"/>
                </a:solidFill>
                <a:latin typeface="Roboto"/>
                <a:ea typeface="Roboto"/>
                <a:cs typeface="Roboto"/>
                <a:sym typeface="Roboto"/>
              </a:rPr>
              <a:t>Tarifs</a:t>
            </a:r>
            <a:r>
              <a:rPr lang="en-US" sz="1800" b="1" dirty="0">
                <a:solidFill>
                  <a:srgbClr val="08080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800" b="1" dirty="0" err="1">
                <a:solidFill>
                  <a:srgbClr val="080808"/>
                </a:solidFill>
                <a:latin typeface="Roboto"/>
                <a:ea typeface="Roboto"/>
                <a:cs typeface="Roboto"/>
                <a:sym typeface="Roboto"/>
              </a:rPr>
              <a:t>Compétitifs</a:t>
            </a:r>
            <a:endParaRPr lang="en-US" sz="1800" b="1" dirty="0">
              <a:solidFill>
                <a:srgbClr val="080808"/>
              </a:solidFill>
              <a:latin typeface="Roboto"/>
              <a:ea typeface="Roboto"/>
              <a:cs typeface="Roboto"/>
              <a:sym typeface="Roboto"/>
            </a:endParaRPr>
          </a:p>
          <a:p>
            <a:endParaRPr lang="fr-FR" dirty="0"/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A87710EF-03DD-4738-BBCA-F226F05FEC00}"/>
              </a:ext>
            </a:extLst>
          </p:cNvPr>
          <p:cNvSpPr txBox="1"/>
          <p:nvPr/>
        </p:nvSpPr>
        <p:spPr>
          <a:xfrm>
            <a:off x="557358" y="7845165"/>
            <a:ext cx="23383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rgbClr val="080808"/>
                </a:solidFill>
                <a:latin typeface="Roboto"/>
                <a:ea typeface="Roboto"/>
                <a:cs typeface="Roboto"/>
                <a:sym typeface="Roboto"/>
              </a:rPr>
              <a:t>Assistance 24h/24</a:t>
            </a:r>
          </a:p>
          <a:p>
            <a:endParaRPr lang="fr-FR" dirty="0"/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6F4C33DF-6A60-4B45-9E06-3C32D3DA8D0E}"/>
              </a:ext>
            </a:extLst>
          </p:cNvPr>
          <p:cNvSpPr txBox="1"/>
          <p:nvPr/>
        </p:nvSpPr>
        <p:spPr>
          <a:xfrm>
            <a:off x="4360827" y="7083732"/>
            <a:ext cx="3015976" cy="4193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ts val="2752"/>
              </a:lnSpc>
              <a:spcBef>
                <a:spcPct val="0"/>
              </a:spcBef>
            </a:pPr>
            <a:r>
              <a:rPr lang="en-US" sz="1800" b="1" dirty="0">
                <a:solidFill>
                  <a:srgbClr val="080808"/>
                </a:solidFill>
                <a:latin typeface="Roboto"/>
                <a:ea typeface="Roboto"/>
                <a:cs typeface="Roboto"/>
                <a:sym typeface="Roboto"/>
              </a:rPr>
              <a:t>Couverture </a:t>
            </a:r>
            <a:r>
              <a:rPr lang="en-US" sz="1800" b="1" dirty="0" err="1">
                <a:solidFill>
                  <a:srgbClr val="080808"/>
                </a:solidFill>
                <a:latin typeface="Roboto"/>
                <a:ea typeface="Roboto"/>
                <a:cs typeface="Roboto"/>
                <a:sym typeface="Roboto"/>
              </a:rPr>
              <a:t>Nationale</a:t>
            </a:r>
            <a:r>
              <a:rPr lang="en-US" sz="1800" b="1" dirty="0">
                <a:solidFill>
                  <a:srgbClr val="08080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1D413B8E-2DC7-4385-B40C-69F55F536BF4}"/>
              </a:ext>
            </a:extLst>
          </p:cNvPr>
          <p:cNvSpPr txBox="1"/>
          <p:nvPr/>
        </p:nvSpPr>
        <p:spPr>
          <a:xfrm>
            <a:off x="4360827" y="7831318"/>
            <a:ext cx="2641490" cy="4193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ts val="2752"/>
              </a:lnSpc>
              <a:spcBef>
                <a:spcPct val="0"/>
              </a:spcBef>
            </a:pPr>
            <a:r>
              <a:rPr lang="en-US" sz="1800" b="1" dirty="0" err="1">
                <a:solidFill>
                  <a:srgbClr val="080808"/>
                </a:solidFill>
                <a:latin typeface="Roboto"/>
                <a:ea typeface="Roboto"/>
                <a:cs typeface="Roboto"/>
                <a:sym typeface="Roboto"/>
              </a:rPr>
              <a:t>Souscription</a:t>
            </a:r>
            <a:r>
              <a:rPr lang="en-US" sz="1800" b="1" dirty="0">
                <a:solidFill>
                  <a:srgbClr val="08080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800" b="1" dirty="0" err="1">
                <a:solidFill>
                  <a:srgbClr val="080808"/>
                </a:solidFill>
                <a:latin typeface="Roboto"/>
                <a:ea typeface="Roboto"/>
                <a:cs typeface="Roboto"/>
                <a:sym typeface="Roboto"/>
              </a:rPr>
              <a:t>Rapide</a:t>
            </a:r>
            <a:endParaRPr lang="en-US" sz="1800" b="1" dirty="0">
              <a:solidFill>
                <a:srgbClr val="08080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" name="Rectangle : coins arrondis 24">
            <a:extLst>
              <a:ext uri="{FF2B5EF4-FFF2-40B4-BE49-F238E27FC236}">
                <a16:creationId xmlns:a16="http://schemas.microsoft.com/office/drawing/2014/main" id="{88B8853E-2779-404E-9D7F-4F8306F15D06}"/>
              </a:ext>
            </a:extLst>
          </p:cNvPr>
          <p:cNvSpPr/>
          <p:nvPr/>
        </p:nvSpPr>
        <p:spPr>
          <a:xfrm>
            <a:off x="341272" y="8691483"/>
            <a:ext cx="6661045" cy="1198511"/>
          </a:xfrm>
          <a:prstGeom prst="roundRect">
            <a:avLst/>
          </a:prstGeom>
          <a:gradFill flip="none" rotWithShape="1">
            <a:gsLst>
              <a:gs pos="0">
                <a:srgbClr val="CB9A50">
                  <a:shade val="30000"/>
                  <a:satMod val="115000"/>
                </a:srgbClr>
              </a:gs>
              <a:gs pos="50000">
                <a:srgbClr val="CB9A50">
                  <a:shade val="67500"/>
                  <a:satMod val="115000"/>
                </a:srgbClr>
              </a:gs>
              <a:gs pos="100000">
                <a:srgbClr val="CB9A50">
                  <a:shade val="100000"/>
                  <a:satMod val="115000"/>
                </a:srgbClr>
              </a:gs>
            </a:gsLst>
            <a:lin ang="2700000" scaled="1"/>
            <a:tileRect/>
          </a:gra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28" name="Group 16">
            <a:extLst>
              <a:ext uri="{FF2B5EF4-FFF2-40B4-BE49-F238E27FC236}">
                <a16:creationId xmlns:a16="http://schemas.microsoft.com/office/drawing/2014/main" id="{462A7DEE-8A9A-4A81-AB78-692B074E3BD6}"/>
              </a:ext>
            </a:extLst>
          </p:cNvPr>
          <p:cNvGrpSpPr/>
          <p:nvPr/>
        </p:nvGrpSpPr>
        <p:grpSpPr>
          <a:xfrm>
            <a:off x="334781" y="9039139"/>
            <a:ext cx="2301870" cy="483436"/>
            <a:chOff x="0" y="0"/>
            <a:chExt cx="1935065" cy="406400"/>
          </a:xfrm>
        </p:grpSpPr>
        <p:sp>
          <p:nvSpPr>
            <p:cNvPr id="29" name="Freeform 17">
              <a:extLst>
                <a:ext uri="{FF2B5EF4-FFF2-40B4-BE49-F238E27FC236}">
                  <a16:creationId xmlns:a16="http://schemas.microsoft.com/office/drawing/2014/main" id="{9596A257-8350-412E-A7D3-9BC2984B2D5C}"/>
                </a:ext>
              </a:extLst>
            </p:cNvPr>
            <p:cNvSpPr/>
            <p:nvPr/>
          </p:nvSpPr>
          <p:spPr>
            <a:xfrm>
              <a:off x="0" y="0"/>
              <a:ext cx="1935065" cy="406400"/>
            </a:xfrm>
            <a:custGeom>
              <a:avLst/>
              <a:gdLst/>
              <a:ahLst/>
              <a:cxnLst/>
              <a:rect l="l" t="t" r="r" b="b"/>
              <a:pathLst>
                <a:path w="1935065" h="406400">
                  <a:moveTo>
                    <a:pt x="1731865" y="0"/>
                  </a:moveTo>
                  <a:cubicBezTo>
                    <a:pt x="1844090" y="0"/>
                    <a:pt x="1935065" y="90976"/>
                    <a:pt x="1935065" y="203200"/>
                  </a:cubicBezTo>
                  <a:cubicBezTo>
                    <a:pt x="1935065" y="315424"/>
                    <a:pt x="1844090" y="406400"/>
                    <a:pt x="1731865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A6A6A6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30" name="TextBox 18">
              <a:extLst>
                <a:ext uri="{FF2B5EF4-FFF2-40B4-BE49-F238E27FC236}">
                  <a16:creationId xmlns:a16="http://schemas.microsoft.com/office/drawing/2014/main" id="{734AFD63-B4A1-4E55-93D1-0D5741468026}"/>
                </a:ext>
              </a:extLst>
            </p:cNvPr>
            <p:cNvSpPr txBox="1"/>
            <p:nvPr/>
          </p:nvSpPr>
          <p:spPr>
            <a:xfrm>
              <a:off x="0" y="-47625"/>
              <a:ext cx="1935065" cy="454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06"/>
                </a:lnSpc>
              </a:pPr>
              <a:endParaRPr/>
            </a:p>
          </p:txBody>
        </p:sp>
      </p:grpSp>
      <p:sp>
        <p:nvSpPr>
          <p:cNvPr id="32" name="ZoneTexte 31">
            <a:extLst>
              <a:ext uri="{FF2B5EF4-FFF2-40B4-BE49-F238E27FC236}">
                <a16:creationId xmlns:a16="http://schemas.microsoft.com/office/drawing/2014/main" id="{3E786D4B-B148-4698-B647-82FC4B06909F}"/>
              </a:ext>
            </a:extLst>
          </p:cNvPr>
          <p:cNvSpPr txBox="1"/>
          <p:nvPr/>
        </p:nvSpPr>
        <p:spPr>
          <a:xfrm>
            <a:off x="-409585" y="9106120"/>
            <a:ext cx="379060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551"/>
              </a:lnSpc>
              <a:spcBef>
                <a:spcPct val="0"/>
              </a:spcBef>
            </a:pPr>
            <a:r>
              <a:rPr lang="en-US" sz="1800" b="1" dirty="0">
                <a:solidFill>
                  <a:srgbClr val="BF0D1B"/>
                </a:solidFill>
                <a:latin typeface="Roboto Bold"/>
                <a:ea typeface="Roboto Bold"/>
                <a:cs typeface="Roboto Bold"/>
                <a:sym typeface="Roboto Bold"/>
              </a:rPr>
              <a:t>CONTACTS </a:t>
            </a:r>
          </a:p>
        </p:txBody>
      </p:sp>
      <p:sp>
        <p:nvSpPr>
          <p:cNvPr id="33" name="Freeform 20">
            <a:extLst>
              <a:ext uri="{FF2B5EF4-FFF2-40B4-BE49-F238E27FC236}">
                <a16:creationId xmlns:a16="http://schemas.microsoft.com/office/drawing/2014/main" id="{060D58E9-1E95-4177-8753-6659CA2A1E59}"/>
              </a:ext>
            </a:extLst>
          </p:cNvPr>
          <p:cNvSpPr/>
          <p:nvPr/>
        </p:nvSpPr>
        <p:spPr>
          <a:xfrm flipV="1">
            <a:off x="3408990" y="8798239"/>
            <a:ext cx="354129" cy="256853"/>
          </a:xfrm>
          <a:custGeom>
            <a:avLst/>
            <a:gdLst/>
            <a:ahLst/>
            <a:cxnLst/>
            <a:rect l="l" t="t" r="r" b="b"/>
            <a:pathLst>
              <a:path w="257552" h="257552">
                <a:moveTo>
                  <a:pt x="0" y="0"/>
                </a:moveTo>
                <a:lnTo>
                  <a:pt x="257552" y="0"/>
                </a:lnTo>
                <a:lnTo>
                  <a:pt x="257552" y="257552"/>
                </a:lnTo>
                <a:lnTo>
                  <a:pt x="0" y="257552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35" name="ZoneTexte 34">
            <a:extLst>
              <a:ext uri="{FF2B5EF4-FFF2-40B4-BE49-F238E27FC236}">
                <a16:creationId xmlns:a16="http://schemas.microsoft.com/office/drawing/2014/main" id="{3C6798E6-530B-4A74-8AF6-EB4B914D371F}"/>
              </a:ext>
            </a:extLst>
          </p:cNvPr>
          <p:cNvSpPr txBox="1"/>
          <p:nvPr/>
        </p:nvSpPr>
        <p:spPr>
          <a:xfrm>
            <a:off x="3757477" y="8786065"/>
            <a:ext cx="27834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b="1" dirty="0"/>
              <a:t>0666564312</a:t>
            </a:r>
          </a:p>
        </p:txBody>
      </p:sp>
      <p:sp>
        <p:nvSpPr>
          <p:cNvPr id="36" name="Freeform 21">
            <a:extLst>
              <a:ext uri="{FF2B5EF4-FFF2-40B4-BE49-F238E27FC236}">
                <a16:creationId xmlns:a16="http://schemas.microsoft.com/office/drawing/2014/main" id="{07641BC9-35AD-40A3-BD75-3033E041FC96}"/>
              </a:ext>
            </a:extLst>
          </p:cNvPr>
          <p:cNvSpPr/>
          <p:nvPr/>
        </p:nvSpPr>
        <p:spPr>
          <a:xfrm flipV="1">
            <a:off x="3394961" y="9126653"/>
            <a:ext cx="354130" cy="256852"/>
          </a:xfrm>
          <a:custGeom>
            <a:avLst/>
            <a:gdLst/>
            <a:ahLst/>
            <a:cxnLst/>
            <a:rect l="l" t="t" r="r" b="b"/>
            <a:pathLst>
              <a:path w="257552" h="257552">
                <a:moveTo>
                  <a:pt x="0" y="0"/>
                </a:moveTo>
                <a:lnTo>
                  <a:pt x="257552" y="0"/>
                </a:lnTo>
                <a:lnTo>
                  <a:pt x="257552" y="257553"/>
                </a:lnTo>
                <a:lnTo>
                  <a:pt x="0" y="257553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EDD98AA7-1679-483F-A5EB-DB1A42FDF278}"/>
              </a:ext>
            </a:extLst>
          </p:cNvPr>
          <p:cNvSpPr txBox="1"/>
          <p:nvPr/>
        </p:nvSpPr>
        <p:spPr>
          <a:xfrm>
            <a:off x="3749091" y="9095890"/>
            <a:ext cx="2874146" cy="3359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ts val="2020"/>
              </a:lnSpc>
              <a:spcBef>
                <a:spcPct val="0"/>
              </a:spcBef>
            </a:pPr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Roboto"/>
                <a:ea typeface="Roboto"/>
                <a:cs typeface="Roboto"/>
                <a:sym typeface="Roboto"/>
              </a:rPr>
              <a:t>contact@assuranceauto-oz.com</a:t>
            </a:r>
          </a:p>
        </p:txBody>
      </p:sp>
      <p:sp>
        <p:nvSpPr>
          <p:cNvPr id="38" name="Freeform 31">
            <a:extLst>
              <a:ext uri="{FF2B5EF4-FFF2-40B4-BE49-F238E27FC236}">
                <a16:creationId xmlns:a16="http://schemas.microsoft.com/office/drawing/2014/main" id="{CBB16F91-35F4-46F3-AF4C-8D9AD2AB7F31}"/>
              </a:ext>
            </a:extLst>
          </p:cNvPr>
          <p:cNvSpPr/>
          <p:nvPr/>
        </p:nvSpPr>
        <p:spPr>
          <a:xfrm>
            <a:off x="3513908" y="9443423"/>
            <a:ext cx="210087" cy="349087"/>
          </a:xfrm>
          <a:custGeom>
            <a:avLst/>
            <a:gdLst/>
            <a:ahLst/>
            <a:cxnLst/>
            <a:rect l="l" t="t" r="r" b="b"/>
            <a:pathLst>
              <a:path w="210087" h="349087">
                <a:moveTo>
                  <a:pt x="0" y="0"/>
                </a:moveTo>
                <a:lnTo>
                  <a:pt x="210087" y="0"/>
                </a:lnTo>
                <a:lnTo>
                  <a:pt x="210087" y="349087"/>
                </a:lnTo>
                <a:lnTo>
                  <a:pt x="0" y="349087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a:blipFill>
        </p:spPr>
      </p:sp>
      <p:sp>
        <p:nvSpPr>
          <p:cNvPr id="39" name="ZoneTexte 38">
            <a:extLst>
              <a:ext uri="{FF2B5EF4-FFF2-40B4-BE49-F238E27FC236}">
                <a16:creationId xmlns:a16="http://schemas.microsoft.com/office/drawing/2014/main" id="{7AA792CB-52B7-445A-B4C8-FF72A945577F}"/>
              </a:ext>
            </a:extLst>
          </p:cNvPr>
          <p:cNvSpPr txBox="1"/>
          <p:nvPr/>
        </p:nvSpPr>
        <p:spPr>
          <a:xfrm>
            <a:off x="3723995" y="9482910"/>
            <a:ext cx="353875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Roboto"/>
                <a:ea typeface="Roboto"/>
                <a:cs typeface="Roboto"/>
                <a:sym typeface="Roboto"/>
              </a:rPr>
              <a:t>Avenue Mohammed V, </a:t>
            </a:r>
            <a:r>
              <a:rPr lang="en-US" sz="14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Roboto"/>
                <a:ea typeface="Roboto"/>
                <a:cs typeface="Roboto"/>
                <a:sym typeface="Roboto"/>
              </a:rPr>
              <a:t>Ouarzazate</a:t>
            </a:r>
            <a:endParaRPr lang="fr-FR" sz="14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6958236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Thèm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hèm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1160</TotalTime>
  <Words>37</Words>
  <Application>Microsoft Office PowerPoint</Application>
  <PresentationFormat>Personnalisé</PresentationFormat>
  <Paragraphs>15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8" baseType="lpstr">
      <vt:lpstr>Arial</vt:lpstr>
      <vt:lpstr>Arial Black</vt:lpstr>
      <vt:lpstr>Calibri</vt:lpstr>
      <vt:lpstr>Calibri Light</vt:lpstr>
      <vt:lpstr>Roboto</vt:lpstr>
      <vt:lpstr>Roboto Bold</vt:lpstr>
      <vt:lpstr>Thème Office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HP</dc:creator>
  <cp:lastModifiedBy>HP</cp:lastModifiedBy>
  <cp:revision>12</cp:revision>
  <dcterms:created xsi:type="dcterms:W3CDTF">2025-12-31T12:01:20Z</dcterms:created>
  <dcterms:modified xsi:type="dcterms:W3CDTF">2026-01-02T14:38:42Z</dcterms:modified>
</cp:coreProperties>
</file>